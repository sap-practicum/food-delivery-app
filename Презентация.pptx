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63" r:id="rId3"/>
    <p:sldId id="261" r:id="rId4"/>
    <p:sldId id="262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638222" cy="2852928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3600" spc="1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600" b="1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3D20-43DC-4C14-8CFF-18545AE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C300-5AFC-418B-85FD-EFA94BD7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7E81-ED3C-4DB0-8E74-AD2A87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</a:extLst>
          </p:cNvPr>
          <p:cNvGrpSpPr/>
          <p:nvPr/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7418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F8D-0421-4AEC-9C40-A13163EC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7680-115A-411F-AEF6-4AC2096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C193-1304-4D0F-8331-14D4EC08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55C1-CD32-4050-BAFF-51CC6B62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F608-FF11-4CBE-B717-5D56AE67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34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3242985" y="511814"/>
            <a:ext cx="5706031" cy="57060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211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A7-6D5A-402E-AD1A-880F2BD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2B6-F9D8-4A43-B52C-336CFAB00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2019299"/>
            <a:ext cx="4995019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CDD9-5742-4A34-BA72-7CCA72D9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718" y="2019299"/>
            <a:ext cx="5027954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83AA-D2AB-4385-A91F-870CB65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AAD9C-5CA2-4DA1-84D3-B183897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B3C7-9574-47BC-932D-782BEE99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06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468-781B-4BC5-8DEA-B9EF2BF9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460" y="369168"/>
            <a:ext cx="10458729" cy="143981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223F-48E4-491D-AB5D-5FC8A0C5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1" y="1843067"/>
            <a:ext cx="5007894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B764-4B87-42FF-ABAA-69B07B88F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1" y="2505075"/>
            <a:ext cx="500789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57B9-406F-4BF9-B8FB-C53421EE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61" y="1843067"/>
            <a:ext cx="4994128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462B-1939-4DAA-A7DD-6BDC9505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61" y="2505075"/>
            <a:ext cx="499412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C938B-C4C2-4FA9-85CA-9CD742C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8886-0D28-4D49-8D43-151D37E9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FDDE8-E9F8-4B6C-9A40-829617A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18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E3D8-6C35-428B-B2F2-251FDE10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  <a:solidFill>
            <a:schemeClr val="accent1">
              <a:lumMod val="20000"/>
              <a:lumOff val="80000"/>
            </a:schemeClr>
          </a:solidFill>
          <a:effectLst>
            <a:outerShdw dist="165100" dir="18900000" algn="bl" rotWithShape="0">
              <a:prstClr val="black"/>
            </a:outerShdw>
          </a:effectLst>
        </p:spPr>
        <p:txBody>
          <a:bodyPr/>
          <a:lstStyle>
            <a:lvl1pPr marL="18288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8015-E11A-42CA-AE88-7BD73F8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09078-34CA-45CD-B479-03906A26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3258-F989-47B2-A643-A60CD8A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098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A2F31-48B6-40CE-A364-3CE73F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EEA00-F166-41EB-9331-CA99BB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051F-F8FC-4FF6-9783-45F9FE7A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092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8635-A5AF-48F4-8CD2-FB0E0111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0E-DCC0-4781-A608-962B1241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826" y="987425"/>
            <a:ext cx="604556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F43E-3D50-4A1C-A289-B3D0DD0E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E3A-6639-4EA0-8305-C1899DAB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AFD57-4189-42FB-B29E-96366E51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5E2EC-8483-4FBC-9D29-C19025FA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04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E581-A090-4AE9-9965-B06BDB52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9DEF4-262F-4ACF-9B29-3D4B819E7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53969" y="987425"/>
            <a:ext cx="5694503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7CBB-7A6F-441E-9072-2494B952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9692-77BE-4A7D-AA70-635007A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A4DA-63AF-4D6A-98DB-E1D0AC74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7958-B19B-4C23-A82F-DD4E4B9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339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8AD-1CAD-45B3-B83D-DC9D33CD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53F2E-0397-4423-8A88-D0059DEA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DDE1-7025-4FA9-822D-48168508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73E0-F328-46DC-98BE-CA0981F7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2226-010C-494F-8BE8-BF91F355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9E9C4-9D18-4529-BC0C-68EAE507CDF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DF5937-0C03-4786-AB62-3CF7CECB92D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AD93DB-2DB0-4B2D-884B-6EC45344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0649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35D0-31D9-44E1-911D-F7D5D540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3914" y="624313"/>
            <a:ext cx="2537986" cy="5509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9230-1FA4-439D-A800-B5F006F0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0100" y="624313"/>
            <a:ext cx="7816542" cy="5509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B2A3-7055-43AF-8BAB-0A9B744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1821-A311-49CD-BCB4-B4BC886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C6A8-813A-486A-AA90-AB28935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C7A17-06CC-442C-A876-A51B2B55650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C1798A-2980-4F34-8355-7BCB6B295322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D7542C-E4AE-488F-BC75-2E7ED839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17325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6DAE1-1F65-43B8-A400-95E6DEED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5C993-A44B-4C2D-818E-4C9000BB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21B6E-ECC6-47D0-9C14-812B746F1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5014" y="63420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E6171E64-FE02-4DE5-B72F-53C3706641C3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A716-DEA9-48A9-A5BC-0F392D2B4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96200" y="6342042"/>
            <a:ext cx="3470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B69E-A0E4-4558-9C62-4CD8CDD2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329" y="6342042"/>
            <a:ext cx="5262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6ECC43-D65E-4A7B-A76B-D278A2184166}"/>
              </a:ext>
            </a:extLst>
          </p:cNvPr>
          <p:cNvGrpSpPr/>
          <p:nvPr/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4049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1" r:id="rId6"/>
    <p:sldLayoutId id="2147483716" r:id="rId7"/>
    <p:sldLayoutId id="2147483712" r:id="rId8"/>
    <p:sldLayoutId id="2147483713" r:id="rId9"/>
    <p:sldLayoutId id="2147483714" r:id="rId10"/>
    <p:sldLayoutId id="2147483715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20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820541-DBA9-4D5D-8FAD-4385CAA37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0B0313C0-36AD-48B6-86D4-DFC4F04999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/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4F10E6-9317-4287-B0C9-C84A09A57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56362" y="1378641"/>
            <a:ext cx="4639426" cy="4412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</a:ln>
          <a:effectLst>
            <a:outerShdw dist="190500" dir="18780000" algn="tl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3FB0909-CEA5-3F61-DF60-065DE5FEF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3541" y="2221502"/>
            <a:ext cx="4325068" cy="2726838"/>
          </a:xfrm>
          <a:noFill/>
          <a:effectLst/>
        </p:spPr>
        <p:txBody>
          <a:bodyPr anchor="t">
            <a:normAutofit/>
          </a:bodyPr>
          <a:lstStyle/>
          <a:p>
            <a:pPr algn="ctr"/>
            <a:r>
              <a:rPr lang="bg-BG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за </a:t>
            </a:r>
            <a:br>
              <a:rPr lang="en-US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bg-BG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поръчка </a:t>
            </a:r>
            <a:br>
              <a:rPr lang="en-US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bg-BG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</a:t>
            </a:r>
            <a:br>
              <a:rPr lang="en-US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bg-BG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храна</a:t>
            </a:r>
          </a:p>
        </p:txBody>
      </p:sp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7FBAE8E8-4FD7-2690-C4BF-E919B958FA56}"/>
              </a:ext>
            </a:extLst>
          </p:cNvPr>
          <p:cNvSpPr txBox="1"/>
          <p:nvPr/>
        </p:nvSpPr>
        <p:spPr>
          <a:xfrm>
            <a:off x="8339767" y="5185104"/>
            <a:ext cx="2898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Разработено от Отбор 43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900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roup 1047">
            <a:extLst>
              <a:ext uri="{FF2B5EF4-FFF2-40B4-BE49-F238E27FC236}">
                <a16:creationId xmlns:a16="http://schemas.microsoft.com/office/drawing/2014/main" id="{F0C817C9-850F-4FB6-B93B-CF3076C4A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1065" name="Freeform: Shape 1048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6" name="Rectangle 1049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1067" name="Rectangle 1051">
            <a:extLst>
              <a:ext uri="{FF2B5EF4-FFF2-40B4-BE49-F238E27FC236}">
                <a16:creationId xmlns:a16="http://schemas.microsoft.com/office/drawing/2014/main" id="{A599224A-F219-4DF9-8183-F7C098A5C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8" name="Oval 1053">
            <a:extLst>
              <a:ext uri="{FF2B5EF4-FFF2-40B4-BE49-F238E27FC236}">
                <a16:creationId xmlns:a16="http://schemas.microsoft.com/office/drawing/2014/main" id="{CC3B9006-4406-4E2F-8B42-6A968FCC8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9213" y="1159866"/>
            <a:ext cx="4527613" cy="452761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196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05F50D2-57BA-9C0C-4BD6-8F26E3743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6845" y="1975872"/>
            <a:ext cx="4192348" cy="20066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sz="3000" spc="1300">
                <a:solidFill>
                  <a:srgbClr val="000000"/>
                </a:solidFill>
              </a:rPr>
              <a:t>Използвани технологии</a:t>
            </a:r>
          </a:p>
        </p:txBody>
      </p:sp>
      <p:pic>
        <p:nvPicPr>
          <p:cNvPr id="1032" name="Picture 8" descr="React Native - Wikipedia">
            <a:extLst>
              <a:ext uri="{FF2B5EF4-FFF2-40B4-BE49-F238E27FC236}">
                <a16:creationId xmlns:a16="http://schemas.microsoft.com/office/drawing/2014/main" id="{FCD20071-B362-3A3A-7659-201E0225F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69830" y="922683"/>
            <a:ext cx="2519554" cy="2242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4" descr="MySQL - Download">
            <a:extLst>
              <a:ext uri="{FF2B5EF4-FFF2-40B4-BE49-F238E27FC236}">
                <a16:creationId xmlns:a16="http://schemas.microsoft.com/office/drawing/2014/main" id="{51219265-499B-C599-AEE7-EA1C4DFB2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014" y="3671424"/>
            <a:ext cx="2283967" cy="2283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pring Boot - Wikipedia">
            <a:extLst>
              <a:ext uri="{FF2B5EF4-FFF2-40B4-BE49-F238E27FC236}">
                <a16:creationId xmlns:a16="http://schemas.microsoft.com/office/drawing/2014/main" id="{C1FDD05C-B99D-59E6-7453-C752DE7EA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2937" y="3671423"/>
            <a:ext cx="2283968" cy="2283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994664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8">
            <a:extLst>
              <a:ext uri="{FF2B5EF4-FFF2-40B4-BE49-F238E27FC236}">
                <a16:creationId xmlns:a16="http://schemas.microsoft.com/office/drawing/2014/main" id="{F0C817C9-850F-4FB6-B93B-CF3076C4A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EE15BCE-4322-42F8-BC00-CB6E428BE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B3EE0C3-D8D0-BBF6-8A27-5F8455D9C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960" y="375812"/>
            <a:ext cx="8950636" cy="84014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130000"/>
              </a:lnSpc>
            </a:pPr>
            <a:r>
              <a:rPr lang="bg-BG" sz="3100" spc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3100" spc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рхитектурна</a:t>
            </a:r>
            <a:r>
              <a:rPr lang="bg-BG" sz="3100" spc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spc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диаграма</a:t>
            </a:r>
            <a:endParaRPr lang="en-US" sz="3100" spc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BEF1980-3C98-4A49-A870-4616B2DA6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581000" cy="3664635"/>
            <a:chOff x="5006254" y="-1431285"/>
            <a:chExt cx="581000" cy="366463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97E33F5-6CB1-4734-8946-5E006E2473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V="1">
              <a:off x="5061025" y="-788944"/>
              <a:ext cx="526229" cy="3022294"/>
            </a:xfrm>
            <a:prstGeom prst="rect">
              <a:avLst/>
            </a:pr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7E4F751-6208-48C7-9840-00A6BDABD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V="1">
              <a:off x="5006254" y="-143128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Картина 3" descr="Картина, която съдържа текст, екранна снимка, диаграма, Шрифт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5F77D66E-55CC-91B6-3E3D-D71A9B18DF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708" y="1591769"/>
            <a:ext cx="7476497" cy="514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243154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D3B3BD7-3702-6C28-ECDD-427CDA6D1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283" y="254194"/>
            <a:ext cx="10104606" cy="72830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</a:t>
            </a:r>
            <a:r>
              <a:rPr lang="bg-B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A14511-A111-606C-5E6C-52C191E26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30" y="1420238"/>
            <a:ext cx="9665829" cy="5183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789560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762096"/>
            <a:ext cx="10094770" cy="928158"/>
          </a:xfrm>
        </p:spPr>
        <p:txBody>
          <a:bodyPr/>
          <a:lstStyle/>
          <a:p>
            <a:pPr algn="ctr"/>
            <a:r>
              <a:rPr lang="bg-BG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 модел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455" y="2189017"/>
            <a:ext cx="10307782" cy="4172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bg-BG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 моделът стои в основата на разработката и развитието на едно приложение. Той е жизненоважен инструмент за всяка организация, която иска да бъде устойчива, ефективна и конкурентна. Нашият бизнес модел обхваща най-важните теми, които са необходими за по-нататъшна реализация на приложението. В основата му стоят следните характеристики: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bg-BG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 партньори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bg-BG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Ключови дейности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bg-BG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 ресурси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bg-BG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Стойностно предложение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bg-BG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Връзка с клиенти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bg-BG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Канали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bg-BG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Клиентски сегменти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bg-BG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на разходите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bg-BG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Приходни потоци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671418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2" y="595168"/>
            <a:ext cx="10363200" cy="5829300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23818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3773" y="2466109"/>
            <a:ext cx="4893617" cy="1973012"/>
          </a:xfrm>
        </p:spPr>
        <p:txBody>
          <a:bodyPr>
            <a:normAutofit fontScale="90000"/>
          </a:bodyPr>
          <a:lstStyle/>
          <a:p>
            <a:br>
              <a:rPr lang="bg-BG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bg-BG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Благодарим ВИ</a:t>
            </a:r>
            <a:br>
              <a:rPr lang="bg-BG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bg-BG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 ВНИМАНИЕТО!</a:t>
            </a:r>
          </a:p>
        </p:txBody>
      </p:sp>
    </p:spTree>
    <p:extLst>
      <p:ext uri="{BB962C8B-B14F-4D97-AF65-F5344CB8AC3E}">
        <p14:creationId xmlns:p14="http://schemas.microsoft.com/office/powerpoint/2010/main" val="381008616"/>
      </p:ext>
    </p:extLst>
  </p:cSld>
  <p:clrMapOvr>
    <a:masterClrMapping/>
  </p:clrMapOvr>
</p:sld>
</file>

<file path=ppt/theme/theme1.xml><?xml version="1.0" encoding="utf-8"?>
<a:theme xmlns:a="http://schemas.openxmlformats.org/drawingml/2006/main" name="VeniceBeachVTI">
  <a:themeElements>
    <a:clrScheme name="Custom 5">
      <a:dk1>
        <a:sysClr val="windowText" lastClr="000000"/>
      </a:dk1>
      <a:lt1>
        <a:sysClr val="window" lastClr="FFFFFF"/>
      </a:lt1>
      <a:dk2>
        <a:srgbClr val="373545"/>
      </a:dk2>
      <a:lt2>
        <a:srgbClr val="ACD7CA"/>
      </a:lt2>
      <a:accent1>
        <a:srgbClr val="4A9B82"/>
      </a:accent1>
      <a:accent2>
        <a:srgbClr val="ACD7CA"/>
      </a:accent2>
      <a:accent3>
        <a:srgbClr val="398F98"/>
      </a:accent3>
      <a:accent4>
        <a:srgbClr val="AFBABB"/>
      </a:accent4>
      <a:accent5>
        <a:srgbClr val="316757"/>
      </a:accent5>
      <a:accent6>
        <a:srgbClr val="2683C6"/>
      </a:accent6>
      <a:hlink>
        <a:srgbClr val="6B9F25"/>
      </a:hlink>
      <a:folHlink>
        <a:srgbClr val="9F6715"/>
      </a:folHlink>
    </a:clrScheme>
    <a:fontScheme name="Avenir 1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niceBeachVTI" id="{69839BBA-F383-4FFD-B56A-E36ACE43E09D}" vid="{060D2740-A69C-444A-B833-E03D333ADD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112</Words>
  <Application>Microsoft Office PowerPoint</Application>
  <PresentationFormat>Широк екран</PresentationFormat>
  <Paragraphs>17</Paragraphs>
  <Slides>7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7</vt:i4>
      </vt:variant>
    </vt:vector>
  </HeadingPairs>
  <TitlesOfParts>
    <vt:vector size="12" baseType="lpstr">
      <vt:lpstr>Arial</vt:lpstr>
      <vt:lpstr>Avenir Next LT Pro</vt:lpstr>
      <vt:lpstr>Avenir Next LT Pro Light</vt:lpstr>
      <vt:lpstr>Times New Roman</vt:lpstr>
      <vt:lpstr>VeniceBeachVTI</vt:lpstr>
      <vt:lpstr>Приложение за  поръчка  на  храна</vt:lpstr>
      <vt:lpstr>Използвани технологии</vt:lpstr>
      <vt:lpstr>Архитектурна диаграма</vt:lpstr>
      <vt:lpstr>ER дИАГРАМА</vt:lpstr>
      <vt:lpstr>Бизнес модел</vt:lpstr>
      <vt:lpstr>Презентация на PowerPoint</vt:lpstr>
      <vt:lpstr> Благодарим ВИ 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Приложение за  доствка  на  храна</dc:title>
  <dc:creator/>
  <cp:lastModifiedBy>Martin Bakalov</cp:lastModifiedBy>
  <cp:revision>9</cp:revision>
  <dcterms:created xsi:type="dcterms:W3CDTF">2025-04-19T09:22:47Z</dcterms:created>
  <dcterms:modified xsi:type="dcterms:W3CDTF">2025-04-30T10:54:32Z</dcterms:modified>
</cp:coreProperties>
</file>